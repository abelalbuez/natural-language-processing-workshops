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84036"/>
                </a:solidFill>
                <a:latin typeface="Georgia"/>
              </a:defRPr>
            </a:pPr>
            <a:r>
              <a:t>Entrega 2 | Corpus Duque y evidencia exploratoria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708,768 registros; 6 medios presentes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707,553 titulos derivados de URL; sin cuerpos HTML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Textometria, temas/casos candidatos y LDA sobre corpus completo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Abel Albuez, Kelly Leon, Juan Camilo Torres y Jesus David Romero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Proxies slug; evidencia exploratoria, no prueba de sesgo.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84036"/>
                </a:solidFill>
                <a:latin typeface="Georgia"/>
              </a:defRPr>
            </a:pPr>
            <a:r>
              <a:t>Corpus: cinco series principales y Cambio</a:t>
            </a:r>
          </a:p>
        </p:txBody>
      </p:sp>
      <p:pic>
        <p:nvPicPr>
          <p:cNvPr id="3" name="Picture 2" descr="cobertura_cor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16" y="1097280"/>
            <a:ext cx="10644461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Cambio no constituye una serie completa comparable.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84036"/>
                </a:solidFill>
                <a:latin typeface="Georgia"/>
              </a:defRPr>
            </a:pPr>
            <a:r>
              <a:t>Rango-frecuencia: ajuste descriptivo</a:t>
            </a:r>
          </a:p>
        </p:txBody>
      </p:sp>
      <p:pic>
        <p:nvPicPr>
          <p:cNvPr id="3" name="Picture 2" descr="zipf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097280"/>
            <a:ext cx="11155680" cy="36622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Pendiente -1.035; R2 0.969. No demuestra una ley de potencia.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84036"/>
                </a:solidFill>
                <a:latin typeface="Georgia"/>
              </a:defRPr>
            </a:pPr>
            <a:r>
              <a:t>Diversidad: controlar longitud y muestra</a:t>
            </a:r>
          </a:p>
        </p:txBody>
      </p:sp>
      <p:pic>
        <p:nvPicPr>
          <p:cNvPr id="3" name="Picture 2" descr="lexical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097280"/>
            <a:ext cx="11155680" cy="31154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MSTTR agregado usa ventanas completas de 50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84036"/>
                </a:solidFill>
                <a:latin typeface="Georgia"/>
              </a:defRPr>
            </a:pPr>
            <a:r>
              <a:t>N-gramas frecuentes, no significancia estadistica</a:t>
            </a:r>
          </a:p>
        </p:txBody>
      </p:sp>
      <p:pic>
        <p:nvPicPr>
          <p:cNvPr id="3" name="Picture 2" descr="n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63" y="1097280"/>
            <a:ext cx="10186767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'programa completo' lidera: 8,822; mezcla de formatos, no sesgo demostrado.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84036"/>
                </a:solidFill>
                <a:latin typeface="Georgia"/>
              </a:defRPr>
            </a:pPr>
            <a:r>
              <a:t>Temas polemicos: comparar proporciones</a:t>
            </a:r>
          </a:p>
        </p:txBody>
      </p:sp>
      <p:pic>
        <p:nvPicPr>
          <p:cNvPr id="3" name="Picture 2" descr="eventos_fr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097280"/>
            <a:ext cx="11155680" cy="31276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La Republica: tributaria 1.08% | RCN: conflicto 1.97% | Keywords, no framing validado.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84036"/>
                </a:solidFill>
                <a:latin typeface="Georgia"/>
              </a:defRPr>
            </a:pPr>
            <a:r>
              <a:t>Casos temporales para revision humana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Reforma/paro: abril-junio 2021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Bombardeo/menores: noviembre 2019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Centros Poblados: agosto-septiembre 2021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Ejemplos con fechas, medios y URLs disponibles en el notebook.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Necesitamos validar el mismo hecho y recuperar titulares publicados.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Proxies slug; evidencia exploratoria, no prueba de sesgo.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84036"/>
                </a:solidFill>
                <a:latin typeface="Georgia"/>
              </a:defRPr>
            </a:pPr>
            <a:r>
              <a:t>LDA: mejor K de la grilla = 5</a:t>
            </a:r>
          </a:p>
        </p:txBody>
      </p:sp>
      <p:pic>
        <p:nvPicPr>
          <p:cNvPr id="3" name="Picture 2" descr="lda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097280"/>
            <a:ext cx="11155680" cy="39870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c_v=0.3595; 10 pasadas; semilla 42; evaluacion en entrenamiento.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84036"/>
                </a:solidFill>
                <a:latin typeface="Georgia"/>
              </a:defRPr>
            </a:pPr>
            <a:r>
              <a:t>Topicos por medio: agenda, no sesgo demostrado</a:t>
            </a:r>
          </a:p>
        </p:txBody>
      </p:sp>
      <p:pic>
        <p:nvPicPr>
          <p:cNvPr id="3" name="Picture 2" descr="topic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101" y="1097280"/>
            <a:ext cx="962549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El topico -1 indica ausencia de vocabulario LDA.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84036"/>
                </a:solidFill>
                <a:latin typeface="Georgia"/>
              </a:defRPr>
            </a:pPr>
            <a:r>
              <a:t>Conclusiones y siguiente validacion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Vocabulario depurado: 98,418 terminos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LDA: 706,083 documentos utiles; K=5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No inferir sesgo de frecuencias, sentimiento o topicos aislados.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Validar fechas, slugs, pares de acontecimientos y balance por medio.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Extraer una submuestra HTML antes de afirmar diferencias de framing.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Proxies slug; evidencia exploratoria, no prueba de sesgo.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